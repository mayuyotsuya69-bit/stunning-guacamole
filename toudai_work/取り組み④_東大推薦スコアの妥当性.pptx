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E7F1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2603F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取り組み④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E6457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東大推薦スコアの妥当性検証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「東大推薦ポテンシャルスコア」は、実際の東大推薦合格を当てられるか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C6663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face validity（属性での見た目の妥当性）→ criterion validity（合否との照合）への格上げ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457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志作文 AI評価プロジェクト ／ コンテンツ本部 小論文リーダーチーム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63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検証データ：過去答案 n=36（合格19・不合格17）／現役 n=589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2603F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① ROC / AUC ｜ 本命の検証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6457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実際の合格者を AUC=0.83 で判別できる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9050">
            <a:solidFill>
              <a:srgbClr val="3E8C7C"/>
            </a:solidFill>
            <a:prstDash val="solid"/>
          </a:ln>
        </p:spPr>
      </p:sp>
      <p:pic>
        <p:nvPicPr>
          <p:cNvPr id="6" name="Image 0" descr="fig1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4800600" cy="463600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669280" y="169164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6457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AUC = 0.830（95%CI 0.70–0.96／ブートストラップ 0.68–0.94）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合格者と不合格者を分離（Mann–Whitney p = 7.8×10⁻⁴）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最適閾値 64点：感度 68%・特異度 88%・的中率 87%・正解率 78%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高精度運用（85点以上）：特異度 100%・的中率 100%（網羅は限定）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0" y="4160520"/>
            <a:ext cx="5989320" cy="1783080"/>
          </a:xfrm>
          <a:prstGeom prst="rect">
            <a:avLst/>
          </a:prstGeom>
          <a:solidFill>
            <a:srgbClr val="E7F1EE"/>
          </a:solidFill>
          <a:ln w="12700">
            <a:solidFill>
              <a:srgbClr val="3E8C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4297680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6457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読み方　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AUC=0.83 は「無作為に選んだ合格者の方が不合格者よりスコアが高い確率が83%」。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属性比較ではなく『実際の合否』そのものを正解ラベルにした、最も直接的な妥当性検証。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55664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63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出典：過去答案 n=36（合格19/不合格17）。重複答案は最新版を採用。本スコアのみで判別、作文スコアは不使用。n小につき点推定は高くてもCIは広く、確証には今後のサンプル追加が必要（誠実注記）。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2603F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② 交絡調整 ｜ 属性差の正体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6457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属性差（学年・校舎等）は概ね『作文力』で説明できる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9050">
            <a:solidFill>
              <a:srgbClr val="3E8C7C"/>
            </a:solidFill>
            <a:prstDash val="solid"/>
          </a:ln>
        </p:spPr>
      </p:sp>
      <p:pic>
        <p:nvPicPr>
          <p:cNvPr id="6" name="Image 0" descr="fig3_con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440680" cy="352958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172200" y="1645920"/>
            <a:ext cx="5577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6457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作文AIスコアを統制すると、学年・高校ランク・校舎の差は大きく縮小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学年：偏相関 0.28→0.10／高校ランク：0.07→0.03／校舎(早稲田塾) 生差+17点→統制後ほぼ0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決め手：同じ属性が「作文スコア」を予測するβ(+0.285)と「東大スコア」を予測するβ(+0.278)はほぼ同一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4114800"/>
            <a:ext cx="5486400" cy="1783080"/>
          </a:xfrm>
          <a:prstGeom prst="rect">
            <a:avLst/>
          </a:prstGeom>
          <a:solidFill>
            <a:srgbClr val="E7F1EE"/>
          </a:solidFill>
          <a:ln w="12700">
            <a:solidFill>
              <a:srgbClr val="3E8C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4251960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6457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結論　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「高3が高い」「早稲田塾が高い」等の属性差は、その層が作文を上手く書くことの反映。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＝属性比較だけでは妥当性を示せない。だからこそ①（合否との直接照合）が本命となる。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55664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63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出典：現役 n=582（学年589・高校ランク582・校舎374で実施）。現行基準の作文AIスコアを共変量に統制。性別は提供データに無し。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64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260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E7F1EE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結論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ヒラギノ角ゴシック W6" pitchFamily="34" charset="0"/>
                <a:ea typeface="ヒラギノ角ゴシック W6" pitchFamily="34" charset="-122"/>
                <a:cs typeface="ヒラギノ角ゴシック W6" pitchFamily="34" charset="-120"/>
              </a:rPr>
              <a:t>東大推薦スコアは、実際の合格者を AUC=0.83 で判別する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・ 過去の実合否で AUC=0.83（95%CI 0.70–0.96）。最適閾値で特異度88%・的中率87%。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・ 属性差（学年・校舎等）の正体は概ね作文力。属性比較では示せない妥当性を、実際の合否との直接照合で確認した。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・ 「作文スコアを超える予測（増分妥当性）」は、過去答案の作文スコアが旧採点基準のため保留。現行基準で再採点後に追加検証する。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623560"/>
            <a:ext cx="10515600" cy="749808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687568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ヒラギノ角ゴシック W3" pitchFamily="34" charset="0"/>
                <a:ea typeface="ヒラギノ角ゴシック W3" pitchFamily="34" charset="-122"/>
                <a:cs typeface="ヒラギノ角ゴシック W3" pitchFamily="34" charset="-120"/>
              </a:rPr>
              <a:t>誠実注記：過去検証は n=36 と小規模。点推定は高いが信頼区間は広く、確証には今後の合否サンプル追加で再検証する。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2026-06-25T13:37:09Z</dcterms:created>
  <dcterms:modified xsi:type="dcterms:W3CDTF">2026-06-25T13:37:09Z</dcterms:modified>
</cp:coreProperties>
</file>