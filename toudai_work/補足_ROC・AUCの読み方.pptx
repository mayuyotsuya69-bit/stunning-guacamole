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 ｜ ROC・AUCの読み方 (1/2)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「線引き（閾値）」には、ちょうど良い一点が無い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A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675120" cy="398678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360920" y="1645920"/>
            <a:ext cx="4434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スコアで合否を予測するには「何点以上を合格とみなすか」の線引きが要る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線を右へ：誤判定は減るが、合格者の取りこぼしが増える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線を左へ：合格者をよく拾えるが、不合格者まで合格と誤判定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＝1つの閾値の成績だけでは、スコア自体の良し悪しは測れない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図は説明用の模式図（実データの平均値 合格65点・不合格42点に近い形で作成）。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 ｜ ROC・AUCの読み方 (2/2)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ROC曲線とAUC：あらゆる閾値での実力を1枚に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B_roc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572000" cy="426110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257800" y="155448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ROC曲線：閾値を全範囲で動かしたときの「感度(縦)」と「誤判定率(横)」の軌跡。左上に張り付くほど良い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斜め45度線＝でたらめ（コインで当てるのと同じ）。曲線がそこから上に膨らむ量が実力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AUC＝曲線の下の面積。0.5=でたらめ／0.8=良好／1.0=完璧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57800" y="3657600"/>
            <a:ext cx="6446520" cy="1078992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3776472"/>
            <a:ext cx="6080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いちばん直感的な意味　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AUC＝「合格者と不合格者を1人ずつ無作為に選ぶと、合格者の方がスコアが高い確率」。今回0.83＝100回中83回。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57800" y="498348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50292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C7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感度
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実際の合格者を拾えた割合（今回68%）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34072" y="498348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25512" y="50292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C7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特異度
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実際の不合格者を正しく外せた割合（88%）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10344" y="498348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01784" y="50292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C7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的中率
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合格予測が当たった割合（87%）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95%信頼区間：n=36と少ないため AUC=0.83 の真値は 0.70〜0.96 の幅。点推定は高いが、確証には今後の件数追加が必要（誠実注記）。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2026-06-25T13:58:42Z</dcterms:created>
  <dcterms:modified xsi:type="dcterms:W3CDTF">2026-06-25T13:58:42Z</dcterms:modified>
</cp:coreProperties>
</file>