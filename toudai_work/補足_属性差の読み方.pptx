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E8C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2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 ｜ 属性差の読み方 (1/2)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「高3・早稲田塾が高い」だけでは、妥当性の証明にならない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1064240" cy="0"/>
          </a:xfrm>
          <a:prstGeom prst="line">
            <a:avLst/>
          </a:prstGeom>
          <a:noFill/>
          <a:ln w="19050">
            <a:solidFill>
              <a:srgbClr val="3E8C7C"/>
            </a:solidFill>
            <a:prstDash val="solid"/>
          </a:ln>
        </p:spPr>
      </p:sp>
      <p:pic>
        <p:nvPicPr>
          <p:cNvPr id="6" name="Image 0" descr="figC_confound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858000" cy="38404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7498080" y="1600200"/>
            <a:ext cx="4297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観察：早稲田塾の生徒は東大スコアが高い（79点 vs 63点）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一見、スコアが“優秀な層”を見抜けている証拠に見える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でもその層は そもそも作文が上手い。東大スコアは作文スコアと相関0.78（≒8割同じ動き）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C2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＝差の原因は「スコアの実力」ではなく「作文力」かもしれない（循環論法の危険）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循環論法＝『作文が上手い層は作文スコアが高い』という当たり前を、言い換えて“妥当性”と呼んでしまう誤り。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E8C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2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 ｜ 属性差の読み方 (2/2)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作文力を“差し引く”と、属性差はほぼ消える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1064240" cy="0"/>
          </a:xfrm>
          <a:prstGeom prst="line">
            <a:avLst/>
          </a:prstGeom>
          <a:noFill/>
          <a:ln w="19050">
            <a:solidFill>
              <a:srgbClr val="3E8C7C"/>
            </a:solidFill>
            <a:prstDash val="solid"/>
          </a:ln>
        </p:spPr>
      </p:sp>
      <p:pic>
        <p:nvPicPr>
          <p:cNvPr id="6" name="Image 0" descr="fig3_conf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5943600" cy="3703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6629400" y="1554480"/>
            <a:ext cx="51206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「作文の上手さが同じ生徒どうし」で比べ直す＝作文力を統制（差し引く）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すると差は大きく縮む：学年 0.28→0.10／高校ランク 0.07→0.03／早稲田塾 +17点→ほぼ0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29400" y="3154680"/>
            <a:ext cx="5074920" cy="1371600"/>
          </a:xfrm>
          <a:prstGeom prst="rect">
            <a:avLst/>
          </a:prstGeom>
          <a:solidFill>
            <a:srgbClr val="E7F1EE"/>
          </a:solidFill>
          <a:ln w="12700">
            <a:solidFill>
              <a:srgbClr val="3E8C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12280" y="3264408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決め手　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同じ属性が「作文スコア」を予測する強さ(0.285)と「東大スコア」を予測する強さ(0.278)はほぼ同じ。＝属性差の正体は作文力だと分かる。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29400" y="4709160"/>
            <a:ext cx="5074920" cy="1234440"/>
          </a:xfrm>
          <a:prstGeom prst="rect">
            <a:avLst/>
          </a:prstGeom>
          <a:solidFill>
            <a:srgbClr val="2E6457"/>
          </a:solidFill>
          <a:ln/>
        </p:spPr>
      </p:sp>
      <p:sp>
        <p:nvSpPr>
          <p:cNvPr id="11" name="Text 8"/>
          <p:cNvSpPr/>
          <p:nvPr/>
        </p:nvSpPr>
        <p:spPr>
          <a:xfrm>
            <a:off x="6812280" y="4818888"/>
            <a:ext cx="475488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だから①が本命　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属性比較では妥当性を示せない。実際の合否そのものと照合する①ROC/AUCこそが、循環論法を受けない直接の証拠。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出典：現役 n=582。偏相関＝作文AIスコアを共変量に統制した属性と東大スコアの関係。係数は標準化回帰係数。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2026-06-25T15:05:09Z</dcterms:created>
  <dcterms:modified xsi:type="dcterms:W3CDTF">2026-06-25T15:05:09Z</dcterms:modified>
</cp:coreProperties>
</file>